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Q3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s.example.com" TargetMode="Externa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Product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Planning for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Grow revenue</a:t>
            </a:r>
          </a:p>
          <a:p>
            <a:pPr lvl="1"/>
            <a:r>
              <a:t>Enterprise segment</a:t>
            </a:r>
          </a:p>
          <a:p>
            <a:r>
              <a:t>Improve quality</a:t>
            </a:r>
          </a:p>
          <a:p>
            <a:r>
              <a:rPr>
                <a:hlinkClick r:id="rId2"/>
              </a:rPr>
              <a:t>Docs site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$10k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$90k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57600"/>
            <a:ext cx="1524000" cy="101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Roadmap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